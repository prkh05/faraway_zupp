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-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28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FireWatch AI title. Hook the audience on the core promise: a photo becomes a prioritized, mapped emergency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systems are stuck in the past. Walk through each gap: manual verification, no location capture, no severity triage, and the resource-misallocation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FireWatch AI connects citizens directly to responders using ML triage. Walk through the 4-step flow left to right, then summarize the three connected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screens. Demo cue: capture/upload image, GPS auto-fetch, submit, get incident ID, then show the status stepper. Emphasize the deliberate hiding of severity from citizens.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core - give it weight. Walk down the architecture stack, hit the performance stats, then transparently explain the Critical-tier heuristic as a deliberate MVP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 (or show FastAPI /docs Swagger UI for POST /report). Then explain the priority mapping table — this score drives dashboard sort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browser dashboard here. Point to the sorted, color-coded table, toggle to map view, click a marker, then click Accept -&gt; Dispatch and show the status update flow back to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clean decoupled architecture: citizen app and dashboard both talk to FastAPI via REST; backend runs TensorFlow inference and manages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completely candid here - this builds credibility with judges. Then pivot to the roadmap to show ambition: MobileNetV3, Postgres, sensor fusion, smart city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value proposition. Thank the judges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ire_A26769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235440" y="274320"/>
            <a:ext cx="2743200" cy="2743200"/>
          </a:xfrm>
          <a:prstGeom prst="rect">
            <a:avLst/>
          </a:prstGeom>
        </p:spPr>
      </p:pic>
      <p:pic>
        <p:nvPicPr>
          <p:cNvPr id="3" name="Image 1" descr="icons/fi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FireWatch AI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5943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Fire Detection &amp; Emergency Response System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9436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citizen's photo to a prioritized, geolocated emergency queue — in seconds.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94360" y="603504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Demo  |  React Native  ·  FastAPI  ·  MobileNet  ·  Next.js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emergency fire reporting is manual, voice-driven, and severity-blind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pho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6517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rely on stressful voice calls (112 India) to verify details, wasting precious minutes.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icons/mark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Auto-Location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GPS capture leads to static, error-prone routing of responders.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icons/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17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Triage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4846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kitchen flare-up and a commercial block fire get the exact same urgency — every time.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42062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48056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icons/rout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617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Resources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406640" y="4846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delays for major disasters, while vehicles chase false alarms or minor incidents.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a citizen captures a photo, our AI classifies severity, the backend computes priority, and the dashboard maps and ranks it instantly.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6974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9032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captures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+ GPS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94436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383280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9032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severity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77900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6217920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95160" y="2697480"/>
            <a:ext cx="822960" cy="822960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8" name="Image 2" descr="icons/gau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9032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computes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61364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9052560" y="237744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29800" y="26974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4" name="Image 3" descr="icons/ma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29032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440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maps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ranks incident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4" descr="icons/layer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4068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349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pieces: </a:t>
            </a:r>
            <a:r>
              <a:rPr lang="en-US" sz="14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Native citizen app, a FastAPI backend running real-time ML inference, and a Next.js fire station dashboard — all working together end to end.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App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 ·  "Seconds-count" design philosophy  ·  Just two screens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camer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Report Fire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photo via camera or upload from gallery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 high-accuracy GPS coordinates (expo-location, foreground permission)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description field — not required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"Submit Report" -&gt; image + GPS bundled and sent to backend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unique incident ID + redirect to Status Tracking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1945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331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Status Tracking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675120" y="30632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4" name="Image 2" descr="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3118104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821424" y="3355848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1780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Submitted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675120" y="3630168"/>
            <a:ext cx="292608" cy="292608"/>
          </a:xfrm>
          <a:prstGeom prst="ellipse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21424" y="3922776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178040" y="3584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675120" y="4197096"/>
            <a:ext cx="292608" cy="292608"/>
          </a:xfrm>
          <a:prstGeom prst="ellipse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21424" y="4489704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78040" y="41513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675120" y="4764024"/>
            <a:ext cx="292608" cy="292608"/>
          </a:xfrm>
          <a:prstGeom prst="ellipse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21424" y="5056632"/>
            <a:ext cx="0" cy="27432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178040" y="47183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675120" y="5330952"/>
            <a:ext cx="292608" cy="292608"/>
          </a:xfrm>
          <a:prstGeom prst="ellipse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17804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583680" y="603504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DEEEF"/>
          </a:solidFill>
          <a:ln/>
        </p:spPr>
      </p:sp>
      <p:pic>
        <p:nvPicPr>
          <p:cNvPr id="29" name="Image 3" descr="icons/shield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6190488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6035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never see severity or priority scores - keeps the experience calm and prevents gaming the queue.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Model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MobileNet — fast enough for real-time mobile use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A267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128x128x3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2331720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(pretrained, frozen)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48840" y="304495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55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48840" y="375818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684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128, ReLU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48840" y="4471416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8172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817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5184648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4, Softmax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34840" y="18288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3A3A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1938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429ms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43484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3A3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938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04672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validation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333756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4472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&gt;0.80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43484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33756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3A3A3A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34472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8046720" y="4114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severity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4892040"/>
            <a:ext cx="6995160" cy="1554480"/>
          </a:xfrm>
          <a:prstGeom prst="roundRect">
            <a:avLst>
              <a:gd name="adj" fmla="val 4706"/>
            </a:avLst>
          </a:prstGeom>
          <a:solidFill>
            <a:srgbClr val="FDEE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" name="Image 0" descr="icons/bolt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5074920"/>
            <a:ext cx="411480" cy="4114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212080" y="498348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 regional Indian fire dataset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with synthetic images to fix class imbalance (Low / Medium / High / No Fire).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"Critical" tier is a documented post-processing rule, not a native class: </a:t>
            </a: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prediction + confidence ≥ 90% → Critical (priority 100). Easy to tune without retraining.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Pipeline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POST /report receives image + GPS + description, returns incident ID + status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233172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24597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GPS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description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221992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04872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76372" y="23317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cog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388" y="24597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128x128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0-1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078224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261104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32604" y="233172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24597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06824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MobileNet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34456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117336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88836" y="23317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icons/gaug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852" y="245973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63056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(0-100)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790688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973568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45068" y="233172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icons/databas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3084" y="24597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19288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incident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SQLite via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9646920" y="28803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829800" y="210312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0401300" y="23317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5" descr="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9316" y="245973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75520" y="30175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status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→ Priority Score Mapping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548640" y="5074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99001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548640" y="5239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548640" y="5577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600" dirty="0"/>
          </a:p>
        </p:txBody>
      </p:sp>
      <p:sp>
        <p:nvSpPr>
          <p:cNvPr id="37" name="Shape 29"/>
          <p:cNvSpPr/>
          <p:nvPr/>
        </p:nvSpPr>
        <p:spPr>
          <a:xfrm>
            <a:off x="2816352" y="5074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07B3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2816352" y="5239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2816352" y="5577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600" dirty="0"/>
          </a:p>
        </p:txBody>
      </p:sp>
      <p:sp>
        <p:nvSpPr>
          <p:cNvPr id="40" name="Shape 32"/>
          <p:cNvSpPr/>
          <p:nvPr/>
        </p:nvSpPr>
        <p:spPr>
          <a:xfrm>
            <a:off x="5084064" y="5074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D4AC0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5084064" y="5239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5084064" y="5577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43" name="Shape 35"/>
          <p:cNvSpPr/>
          <p:nvPr/>
        </p:nvSpPr>
        <p:spPr>
          <a:xfrm>
            <a:off x="7351776" y="5074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5C9E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36"/>
          <p:cNvSpPr/>
          <p:nvPr/>
        </p:nvSpPr>
        <p:spPr>
          <a:xfrm>
            <a:off x="7351776" y="5239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45" name="Text 37"/>
          <p:cNvSpPr/>
          <p:nvPr/>
        </p:nvSpPr>
        <p:spPr>
          <a:xfrm>
            <a:off x="7351776" y="5577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600" dirty="0"/>
          </a:p>
        </p:txBody>
      </p:sp>
      <p:sp>
        <p:nvSpPr>
          <p:cNvPr id="46" name="Shape 38"/>
          <p:cNvSpPr/>
          <p:nvPr/>
        </p:nvSpPr>
        <p:spPr>
          <a:xfrm>
            <a:off x="9619488" y="5074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9B9B9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39"/>
          <p:cNvSpPr/>
          <p:nvPr/>
        </p:nvSpPr>
        <p:spPr>
          <a:xfrm>
            <a:off x="9619488" y="5239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9619488" y="5577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Station Dashboard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Dark, premium UI  ·  Real-time prioritized triage for dispatchers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3A3A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Queue  (sorted by priority)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6400800" cy="548640"/>
          </a:xfrm>
          <a:prstGeom prst="rect">
            <a:avLst/>
          </a:prstGeom>
          <a:solidFill>
            <a:srgbClr val="4A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INC-7F2A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907792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2907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288036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880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429000"/>
            <a:ext cx="6400800" cy="54864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INC-3B91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547872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E07B39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0" y="3547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429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6400800" cy="54864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INC-9C4D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4187952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D4AC0D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4069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709160"/>
            <a:ext cx="6400800" cy="54864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709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INC-1E88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4828032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5C9E5C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83480" y="4709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Submitted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5349240"/>
            <a:ext cx="6400800" cy="548640"/>
          </a:xfrm>
          <a:prstGeom prst="rect">
            <a:avLst/>
          </a:prstGeom>
          <a:solidFill>
            <a:srgbClr val="454545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349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INC-5A02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5468112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9B9B9B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0" y="5468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983480" y="5349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52360" y="18288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3A3A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80960" y="1993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</a:t>
            </a:r>
            <a:endParaRPr lang="en-US" sz="1400" dirty="0"/>
          </a:p>
        </p:txBody>
      </p:sp>
      <p:pic>
        <p:nvPicPr>
          <p:cNvPr id="45" name="Image 0" descr="icons/map_A26769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915400" y="2514600"/>
            <a:ext cx="1280160" cy="128016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8001000" y="2651760"/>
            <a:ext cx="201168" cy="20116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652760" y="2834640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464040" y="3566160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018520" y="3657600"/>
            <a:ext cx="201168" cy="201168"/>
          </a:xfrm>
          <a:prstGeom prst="ellipse">
            <a:avLst/>
          </a:prstGeom>
          <a:solidFill>
            <a:srgbClr val="5C9E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680960" y="3703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marker → incident photo, coordinates &amp; action buttons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7452360" y="434340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3A3A3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7680960" y="4507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Actions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7680960" y="4983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</p:sp>
      <p:sp>
        <p:nvSpPr>
          <p:cNvPr id="54" name="Text 51"/>
          <p:cNvSpPr/>
          <p:nvPr/>
        </p:nvSpPr>
        <p:spPr>
          <a:xfrm>
            <a:off x="768096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869680" y="49834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9052560" y="4983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555555"/>
          </a:solidFill>
          <a:ln/>
        </p:spPr>
      </p:sp>
      <p:sp>
        <p:nvSpPr>
          <p:cNvPr id="57" name="Text 54"/>
          <p:cNvSpPr/>
          <p:nvPr/>
        </p:nvSpPr>
        <p:spPr>
          <a:xfrm>
            <a:off x="905256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0241280" y="49834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10424160" y="4983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555555"/>
          </a:solidFill>
          <a:ln/>
        </p:spPr>
      </p:sp>
      <p:sp>
        <p:nvSpPr>
          <p:cNvPr id="60" name="Text 57"/>
          <p:cNvSpPr/>
          <p:nvPr/>
        </p:nvSpPr>
        <p:spPr>
          <a:xfrm>
            <a:off x="1042416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680960" y="5577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to the citizen's tracking screen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Recap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decoupled system - each piece talks to the backend through REST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mobi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046720" y="20116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99001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3317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1540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Station Dashboard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command center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34840" y="365760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icons/serv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776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3840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+ TensorFlow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executed locally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074920" y="5532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A2676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573328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6440" y="5532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(SQLAlchemy ORM)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114800" y="2697480"/>
            <a:ext cx="1691640" cy="1280160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  <a:tailEnd type="triangle"/>
          </a:ln>
        </p:spPr>
      </p:sp>
      <p:sp>
        <p:nvSpPr>
          <p:cNvPr id="17" name="Shape 11"/>
          <p:cNvSpPr/>
          <p:nvPr/>
        </p:nvSpPr>
        <p:spPr>
          <a:xfrm flipH="1">
            <a:off x="6812280" y="2811780"/>
            <a:ext cx="1234440" cy="1280160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6080760" y="5120640"/>
            <a:ext cx="0" cy="411480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  <a:tailEnd type="triangle"/>
          </a:ln>
        </p:spPr>
      </p:sp>
      <p:sp>
        <p:nvSpPr>
          <p:cNvPr id="19" name="Text 13"/>
          <p:cNvSpPr/>
          <p:nvPr/>
        </p:nvSpPr>
        <p:spPr>
          <a:xfrm>
            <a:off x="2834640" y="33604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 / multipart)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0350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Roadmap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 about today's MVP - clear about where this goes next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Limitations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overall accuracy is a strong baseline, not production-ready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"Critical" tier is a confidence-threshold heuristic, not a trained class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single-writer - fine for a demo, not for scale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Medium-fire detection and low-visibility (smoke/darkness) scenes remain challenging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F3C7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rocket_2F3C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317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83680" y="29260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MobileNetV3 for improved speed and accuracy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SQLite → distributed PostgreSQL (Supabase)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fusion: combine imagery with weather APIs (wind, temperature)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smart city CCTV &amp; traffic systems for automated emergency-vehicle routing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ire_A26769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235440" y="274320"/>
            <a:ext cx="2743200" cy="2743200"/>
          </a:xfrm>
          <a:prstGeom prst="rect">
            <a:avLst/>
          </a:prstGeom>
        </p:spPr>
      </p:pic>
      <p:pic>
        <p:nvPicPr>
          <p:cNvPr id="3" name="Image 1" descr="icons/fi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640080" cy="6400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783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FireWatch AI</a:t>
            </a:r>
            <a:endParaRPr lang="en-US" sz="4600" dirty="0"/>
          </a:p>
        </p:txBody>
      </p:sp>
      <p:sp>
        <p:nvSpPr>
          <p:cNvPr id="5" name="Text 1"/>
          <p:cNvSpPr/>
          <p:nvPr/>
        </p:nvSpPr>
        <p:spPr>
          <a:xfrm>
            <a:off x="59436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slow, binary voice call to a fast, prioritized, geolocated emergency queue.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943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initial triage and location routing - so human responders can save the minutes that matter most.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94360" y="512064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8" name="Image 2" descr="icons/us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3492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5330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097280" y="5669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1" name="Image 3" descr="icons/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53492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37760" y="5330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937760" y="5669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FastAPI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· Next.js · SQLite</a:t>
            </a:r>
            <a:endParaRPr lang="en-US" sz="1050" dirty="0"/>
          </a:p>
        </p:txBody>
      </p:sp>
      <p:pic>
        <p:nvPicPr>
          <p:cNvPr id="14" name="Image 4" descr="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534924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78240" y="5330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778240" y="5669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- ready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live demo &amp; questions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59436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we're open to your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1140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FireWatch AI</dc:title>
  <dc:subject>PptxGenJS Presentation</dc:subject>
  <dc:creator>FireWatch AI Team</dc:creator>
  <cp:lastModifiedBy>Prakhar shukla</cp:lastModifiedBy>
  <cp:revision>2</cp:revision>
  <dcterms:created xsi:type="dcterms:W3CDTF">2026-06-13T11:46:14Z</dcterms:created>
  <dcterms:modified xsi:type="dcterms:W3CDTF">2026-06-13T11:52:31Z</dcterms:modified>
</cp:coreProperties>
</file>